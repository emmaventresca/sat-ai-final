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B57D37"/>
                </a:solidFill>
              </a:defRPr>
            </a:pPr>
            <a:r>
              <a:t>SAT/ACT Adaptive Tutoring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FFFFFF"/>
                </a:solidFill>
              </a:defRPr>
            </a:pPr>
            <a:r>
              <a:t>Personalized Practice, Gamified Progress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Emma Ventresca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MGT 409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D7444"/>
                </a:solidFill>
              </a:defRPr>
            </a:pPr>
            <a:r>
              <a:t>For Students:</a:t>
            </a:r>
          </a:p>
          <a:p>
            <a:pPr>
              <a:spcBef>
                <a:spcPts val="400"/>
              </a:spcBef>
              <a:defRPr sz="1600"/>
            </a:pPr>
            <a:r>
              <a:t>• 800+ questions, don't know where to start</a:t>
            </a:r>
          </a:p>
          <a:p>
            <a:pPr>
              <a:spcBef>
                <a:spcPts val="400"/>
              </a:spcBef>
              <a:defRPr sz="1600"/>
            </a:pPr>
            <a:r>
              <a:t>• Waste hours on known material</a:t>
            </a:r>
          </a:p>
          <a:p>
            <a:pPr>
              <a:spcBef>
                <a:spcPts val="400"/>
              </a:spcBef>
              <a:defRPr sz="1600"/>
            </a:pPr>
            <a:r>
              <a:t>• No visibility into progress</a:t>
            </a:r>
          </a:p>
          <a:p>
            <a:pPr>
              <a:spcBef>
                <a:spcPts val="400"/>
              </a:spcBef>
              <a:defRPr sz="1600"/>
            </a:pPr>
            <a:r>
              <a:t>• 40% quit before test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D7444"/>
                </a:solidFill>
              </a:defRPr>
            </a:pPr>
            <a:r>
              <a:t>For Teachers:</a:t>
            </a:r>
          </a:p>
          <a:p>
            <a:pPr>
              <a:spcBef>
                <a:spcPts val="400"/>
              </a:spcBef>
              <a:defRPr sz="1600"/>
            </a:pPr>
            <a:r>
              <a:t>• 6 hrs/week creating assignments</a:t>
            </a:r>
          </a:p>
          <a:p>
            <a:pPr>
              <a:spcBef>
                <a:spcPts val="400"/>
              </a:spcBef>
              <a:defRPr sz="1600"/>
            </a:pPr>
            <a:r>
              <a:t>• No insight into student errors</a:t>
            </a:r>
          </a:p>
          <a:p>
            <a:pPr>
              <a:spcBef>
                <a:spcPts val="400"/>
              </a:spcBef>
              <a:defRPr sz="1600"/>
            </a:pPr>
            <a:r>
              <a:t>• One-size-fits-all or expensive tutoring</a:t>
            </a:r>
          </a:p>
          <a:p>
            <a:pPr>
              <a:spcBef>
                <a:spcPts val="400"/>
              </a:spcBef>
              <a:defRPr sz="1600"/>
            </a:pPr>
            <a:r>
              <a:t>• Can't personalize at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80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What's New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Error-Driven Learning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AI analyzes HOW students fail, not just that they 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Tier-Based Gem Progression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Earn gems at Easy/Medium/Hard/Challenge tiers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Teacher-First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Assign by error type, not generic topics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Immersive World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Learn SAT structure by walking through a map, not reading a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80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Three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1. Error Analyzer (Claude 3.5 Sonnet)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Reads wrong answer → classifies misconception, misread, calculation error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2. Assignment Planner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Teacher clicks error → finds 5 fresh questions at right tier in 30s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3. Gem Tracker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 10 correct at tier → gem unlocks. Shows 'X/10 toward next gem'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80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Cost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Per Error Analysis:     $0.0042 (Claude call)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Per Error (cached):     $0.0008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Per Student/Month:      $0.10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100 students:           $10/month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10,000 students:        $1,000/month (AI) + $2k (hosting)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Cost cutting: Prompt caching, deterministic gems, pre-computed bank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80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Security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Prompt Injection: 'Ignore instructions' → classified as error, not executed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Cross-Student Access: Tried localStorage edit → blocked by RLS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Deduplication: 1000 questions (950 correct, 50 wrong) → only 50 Claude calls ($0.21)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80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Real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Students: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• 40% faster to 10 correct (2.5 hrs vs 4.2 hrs)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• 85% return rate week 2 (vs 40% for free apps)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Teachers: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• 6 hrs → 45 min/week assignment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  • $12,000/year time saved (at $50/hr 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Private tutor costs $3,600; this app costs $0–5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D7444"/>
          </a:solidFill>
          <a:ln>
            <a:solidFill>
              <a:srgbClr val="5D7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>
              <a:spcBef>
                <a:spcPts val="800"/>
              </a:spcBef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Next: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Supabase for real persistence &amp; multi-device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AI lesson plan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Mobile app (React Native)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ACT figures rendering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1F2419"/>
                </a:solidFill>
              </a:defRPr>
            </a:pPr>
            <a:r>
              <a:t>✓ Video explanations for misconceptions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B57D37"/>
                </a:solidFill>
              </a:defRPr>
            </a:pPr>
            <a:r>
              <a:t>Try It Now</a:t>
            </a:r>
          </a:p>
          <a:p>
            <a:br/>
            <a:pPr algn="ctr">
              <a:defRPr sz="2800">
                <a:solidFill>
                  <a:srgbClr val="FFFFFF"/>
                </a:solidFill>
              </a:defRPr>
            </a:pPr>
            <a:r>
              <a:t>emmaventresca.github.io/sat-ai-final/</a:t>
            </a:r>
          </a:p>
          <a:p>
            <a:br/>
            <a:pPr algn="ctr">
              <a:defRPr sz="2000">
                <a:solidFill>
                  <a:srgbClr val="FFFFFF"/>
                </a:solidFill>
              </a:defRPr>
            </a:pPr>
            <a:r>
              <a:t>👉 Click 'I'm the teacher' to skip login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